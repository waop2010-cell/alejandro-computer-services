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 breve (30–40 s). Presentarse como analista de sistemas. Dejar claro el propósito: no vender Gemini, sino mostrar cuándo conviene usarlo en el trabajo diario y cuándo no. Anunciar que hay espacio para preguntas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agenda en 40 segundos. Enfatizar que la sesión es corta y práctica. El objetivo del oyente al salir: saber en qué tareas Gemini le ahorra tiempo y qué debe seguir haciendo él.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2–3 min. Evitar jerga. Analogía: Gemini es un analista junior muy rápido al que hay que supervisar. Mencionar que existe versión de consumo y versión de trabajo (Workspace / Enterprise) con distinta protección de datos: para temas internos, usar el canal institucional autorizado.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Recorrer los seis bloques con un ejemplo de 10 segundos cada uno. Ejemplo fuerte: documentar un proceso de mantenimiento o de compras a partir de apuntes desordenados. Dejar el mensaje: Gemini no decide; organiza, redacta y cuestiona para que el analista decida mejor y más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Un caso por minuto. En el primero conectar con el trabajo real del área (procedimientos). En el segundo, insistir: Gemini sugiere pruebas, no cierra el ticket. En el tercero: comunicación al usuario interno o al guardia/supervisor, en lenguaje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Insistir en el paso 4: verificación. Leer el prompt de ejemplo. Decir que pedir ‘hazme un procedimiento bonito’ da texto genérico; pedir restricciones y ‘no inventes’ da un borrador revisable.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Mostrar que 10 minutos bien usados rinden más que 40 minutos de ‘charlar’ con el modelo. Cerrar con la idea de biblioteca de prompts del área (mantenimiento, compras, tickets, actas).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Tono serio, no alarmista. Un ejemplo: si pide un procedimiento y Gemini ‘inventa’ una aprobación de Gerencia que el área no tiene, eso no se publica. Regla: no hay dato institucional sin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Leer la regla de oro despacio. El checklist puede quedar como práctica del área. Invitar a usarlo en el próximo procedimiento o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Cerrar con acciones pequeñas. El éxito no es ‘usar IA’, es ahorrar tiempo en un entregable real esta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45 s y abrir preguntas. Si hay silencio, lanzar: ¿en qué tarea de esta semana les gustaría probar el flujo de 10 minutos?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3E4D7"/>
                </a:solidFill>
                <a:latin typeface="Calibri"/>
              </a:rPr>
              <a:t>SESIÓN TÉCNICA  · 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Gemini: una herramienta de trabajo
para el analista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Qué es, en qué aporta valor y cómo usarla con criterio profesional.
Sin marketing: enfoque operativo, verificable y gobernado.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B6BF"/>
                </a:solidFill>
                <a:latin typeface="Calibri"/>
              </a:rPr>
              <a:t>Área de Tecnología de la Información  ·  Exposición interna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MAPA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Qué cubriremos en 15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727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Qué es Gemini y qué no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910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3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Valor concreto para el analista de sistemas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054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4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015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Cómo usarla: método, no magia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4198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4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159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Límites, riesgos y regla de oro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3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Cierre y preguntas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248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1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DEFINICIÓN OBJETIVA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Qué es Gemini — y qué no 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488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515721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Familia de modelos de inteligencia artificial de Google. Procesa texto, código, imágenes y documentos. Se usa en la app Gemini, en Google Workspace (Gmail, Docs, Sheets) y, en entorno empresarial, con controles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14884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22B21"/>
                </a:solidFill>
                <a:latin typeface="Calibri"/>
              </a:rPr>
              <a:t>Qué no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28800"/>
            <a:ext cx="515721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No es un experto de la empresa. No conoce solos nuestros procedimientos, inventario ni políticas. No firma, no aprueba y no reemplaza el criterio del analista ni la evidencia del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3657600" cy="246888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813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60520"/>
            <a:ext cx="332841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Puede leer un procedimiento, un ticket, una captura o un diagrama y devolver un borrador útil para revisar.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03320"/>
            <a:ext cx="3657600" cy="24688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3813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Contexto largo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4160520"/>
            <a:ext cx="332841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Sirve para resumir o contrastar documentos extensos: políticas, actas, bitácoras o especificaciones.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03320"/>
            <a:ext cx="3566160" cy="2468880"/>
          </a:xfrm>
          <a:prstGeom prst="round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813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D6608"/>
                </a:solidFill>
                <a:latin typeface="Calibri"/>
              </a:rPr>
              <a:t>Asistente, no dueño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160520"/>
            <a:ext cx="3236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El valor está en acelerar el primer borrador. La calidad final la pone el profesional.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POR QUÉ USARLA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Dónde aporta valor al analista de sistemas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14630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356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Levantamiento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830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Convertir entrevistas, correos y notas en casos de uso, reglas de negocio y preguntas pendientes.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623560" cy="14630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4356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Documentación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830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Borradores de procedimientos, actas, checklists y diagramas en lenguaje de la organización.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26080"/>
            <a:ext cx="5623560" cy="14630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0358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Análisis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3832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Contrastar alternativas, impactos, riesgos y dependencias antes de proponer a Gerencia.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26080"/>
            <a:ext cx="5623560" cy="14630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0358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Soporte y operación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3832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Resumir tickets, armar hipótesis de causa, guiar checklists de diagnóstico.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5623560" cy="14630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6360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9834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Revisar claridad, omisiones y consistencia entre proceso, inventario y política.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26280"/>
            <a:ext cx="5623560" cy="14630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63600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Transferencia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983480"/>
            <a:ext cx="52943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Pasar un procedimiento técnico a material de inducción o de exposición, sin perder el fondo.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Tres usos que sí valen el tiempo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703320" cy="47548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10972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1. Del apunte al procedimiento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833"/>
                </a:solidFill>
                <a:latin typeface="Calibri"/>
              </a:rPr>
              <a:t>Entrada: notas de una reunión con TI y Compras.
Salida: estructura de procedimiento (objetivo, alcance, pasos, responsables).
Valor: de horas de redacción a una revisión de 20–30 minutos.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703320" cy="47548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703320" cy="10972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2. Del incidente al diagnóstico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833"/>
                </a:solidFill>
                <a:latin typeface="Calibri"/>
              </a:rPr>
              <a:t>Entrada: ticket + síntomas + inventario del equipo.
Salida: hipótesis ordenadas, pruebas a ejecutar y criterio de escalamiento.
Valor: el técnico no parte de cero; el analista estandariza el método.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703320" cy="47548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03320" cy="10972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3. Del proceso a la comunicación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833"/>
                </a:solidFill>
                <a:latin typeface="Calibri"/>
              </a:rPr>
              <a:t>Entrada: un procedimiento ya aprobado.
Salida: checklist de usuario, correo de convocatoria o diapositiva de 5 puntos.
Valor: la misma verdad, en el formato que cada audiencia necesita.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MÉTODO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Cómo pedir para obtener trabajo usable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3246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1.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Rol, objetivo y audiencia.
Ej.: «Eres analista de sistemas. Redacta para personal administrativo de Quito».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788920" cy="3246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2.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Pegar o adjuntar hechos: inventario, pasos, restricciones, plantilla.
Sin datos, inventará.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88920" cy="3246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3. Entregable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Pedir formato exacto: 12 pasos, tabla, correo, riesgos.
Limitar extensión.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788920" cy="3246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4. Verificación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Cruzar con la fuente. Corregir nombres, cargos y reglas.
Usted publica, no el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800600"/>
            <a:ext cx="11430000" cy="1371600"/>
          </a:xfrm>
          <a:prstGeom prst="round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D6608"/>
                </a:solidFill>
                <a:latin typeface="Calibri"/>
              </a:rPr>
              <a:t>Prompt mínimo que sí funciona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492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833"/>
                </a:solidFill>
                <a:latin typeface="Calibri"/>
              </a:rPr>
              <a:t>«Con estos apuntes, arma un procedimiento de mantenimiento cada 6 meses, con responsables, excepciones y criterio de derivación a compra. No inventes políticas que no estén en el texto. Señala lo que falta.»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EN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 flujo de 10 minutos en el día a día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468880" cy="2194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Min 0–2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Pegar el material
(ticket, acta, apuntes)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8F77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468880" cy="21945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Min 2–5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Pedir el entregable
con restricciones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8F7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468880" cy="2194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Min 5–8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Contrastar con la
fuente y la política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8F7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468880" cy="219456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Min 8–10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Ajustar, firmar
y publicar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•  Si el resultado no cita el dato de origen, trátelo como hipótesis, no como hecho.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•  Si hay cifras, fechas, series o nombres, verifíquelos uno a uno.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•  Si el tema es confidencial, use solo el entorno autorizado por TI; no pegue contraseñas, datos personales ni secretos de clientes.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•  Guarde el prompt útil: se vuelve un activo del área, igual que una plantilla.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GOBERNANZA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Límites reales — para usarla sin perder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515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Alucinaciones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9047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Puede afirmar con seguridad algo falso: un paso, una norma o un dato de inventario que no existe.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10515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Sesgo de fluidez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3347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Un texto bien escrito no es un texto correcto. La forma no prueba el fondo.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1247120" cy="10515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216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Datos sensibles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7647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Cédulas, nómina, credenciales, contratos y datos de clientes no deben ir a canales no autorizados.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0515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646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Responsabilidad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91947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El analista sigue siendo dueño del entregable. Gemini no firma procedimientos ni órdenes de compra.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PARA LLEVAR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Regla de oro y checklist antes de publicar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554480"/>
          </a:xfrm>
          <a:prstGeom prst="round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Gemini acelera el borrador. El analista garantiza la verdad operativa.
Si no puede explicarlo o verificarlo, no sale.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833"/>
                </a:solidFill>
                <a:latin typeface="Calibri"/>
              </a:rPr>
              <a:t>•  ¿El texto respeta el procedimiento y los cargos reales del área?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833"/>
                </a:solidFill>
                <a:latin typeface="Calibri"/>
              </a:rPr>
              <a:t>•  ¿Hay algún dato que Gemini pudo haber inventado?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833"/>
                </a:solidFill>
                <a:latin typeface="Calibri"/>
              </a:rPr>
              <a:t>•  ¿Se usó información que no debía salir del canal interno?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833"/>
                </a:solidFill>
                <a:latin typeface="Calibri"/>
              </a:rPr>
              <a:t>•  ¿El entregable queda más claro para el usuario final (admin, guardia, supervisión)?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833"/>
                </a:solidFill>
                <a:latin typeface="Calibri"/>
              </a:rPr>
              <a:t>•  ¿Quedó registrado quién revisó, no solo quién preguntó al modelo?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ADOPCIÓN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Qué hacer esta semana — sin un proyecto grande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2763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Elegir una tarea repetitiva: acta, resumen de tickets o primer borrador de un procedimiento.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1247120" cy="109728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52927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Esta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1635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Armar 3 prompts reutilizables del área y probarlos con un caso real, siempre revisando el resultado.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Este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00507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Acordar con TI qué datos sí / no se pegan en Gemini y en qué cuenta institucional se trabaja.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59"/>
            <a:ext cx="11247120" cy="10972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No 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9379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No copiar datos personales ni secretos. No publicar salida sin revisión. No sustituir aprobación de Gerencia.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Gemini para el analista de sistemas  ·  Sesión de 15 minutos  ·  Uso interno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3E4D7"/>
                </a:solidFill>
                <a:latin typeface="Calibri"/>
              </a:rPr>
              <a:t>PARA RECORDAR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Gemini no reemplaza al analista.
Lo hace más rápido en el borrador
y más exigente en la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Calibri"/>
              </a:rPr>
              <a:t>Tres ideas: contexto + hechos + verificación.
Preguntas.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B6BF"/>
                </a:solidFill>
                <a:latin typeface="Calibri"/>
              </a:rPr>
              <a:t>Área de Tecnología de la Información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